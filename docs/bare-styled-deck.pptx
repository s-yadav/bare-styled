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Mount faster (%)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47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widget few</c:v>
                  </c:pt>
                  <c:pt idx="1">
                    <c:v>widget static</c:v>
                  </c:pt>
                  <c:pt idx="2">
                    <c:v>widget unique</c:v>
                  </c:pt>
                  <c:pt idx="3">
                    <c:v>widget XL few</c:v>
                  </c:pt>
                  <c:pt idx="4">
                    <c:v>widget XL static</c:v>
                  </c:pt>
                  <c:pt idx="5">
                    <c:v>widget XL unique</c:v>
                  </c:pt>
                  <c:pt idx="6">
                    <c:v>dash mixed</c:v>
                  </c:pt>
                  <c:pt idx="7">
                    <c:v>dash static</c:v>
                  </c:pt>
                  <c:pt idx="8">
                    <c:v>dash dynamic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</c:v>
                </c:pt>
                <c:pt idx="1">
                  <c:v>24</c:v>
                </c:pt>
                <c:pt idx="2">
                  <c:v>27</c:v>
                </c:pt>
                <c:pt idx="3">
                  <c:v>20</c:v>
                </c:pt>
                <c:pt idx="4">
                  <c:v>24</c:v>
                </c:pt>
                <c:pt idx="5">
                  <c:v>28</c:v>
                </c:pt>
                <c:pt idx="6">
                  <c:v>26</c:v>
                </c:pt>
                <c:pt idx="7">
                  <c:v>23</c:v>
                </c:pt>
                <c:pt idx="8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Re-render faster (%)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A647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widget few</c:v>
                  </c:pt>
                  <c:pt idx="1">
                    <c:v>widget static</c:v>
                  </c:pt>
                  <c:pt idx="2">
                    <c:v>widget unique</c:v>
                  </c:pt>
                  <c:pt idx="3">
                    <c:v>widget XL few</c:v>
                  </c:pt>
                  <c:pt idx="4">
                    <c:v>widget XL static</c:v>
                  </c:pt>
                  <c:pt idx="5">
                    <c:v>widget XL unique</c:v>
                  </c:pt>
                  <c:pt idx="6">
                    <c:v>dash mixed</c:v>
                  </c:pt>
                  <c:pt idx="7">
                    <c:v>dash static</c:v>
                  </c:pt>
                  <c:pt idx="8">
                    <c:v>dash dynamic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49</c:v>
                </c:pt>
                <c:pt idx="1">
                  <c:v>50</c:v>
                </c:pt>
                <c:pt idx="2">
                  <c:v>60</c:v>
                </c:pt>
                <c:pt idx="3">
                  <c:v>46</c:v>
                </c:pt>
                <c:pt idx="4">
                  <c:v>45</c:v>
                </c:pt>
                <c:pt idx="5">
                  <c:v>61</c:v>
                </c:pt>
                <c:pt idx="6">
                  <c:v>42</c:v>
                </c:pt>
                <c:pt idx="7">
                  <c:v>47</c:v>
                </c:pt>
                <c:pt idx="8">
                  <c:v>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A647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E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9525" cap="flat">
              <a:solidFill>
                <a:srgbClr val="E4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60120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3000" y="960120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960120"/>
            <a:ext cx="384048" cy="38404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just-styled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styled-components, without components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authoring API. Same styling semantics.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re-render cost.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+ load-time + render-time optimization of CSS-in-JS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styled-components?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CSS-in-JS library — and the styling layer of our entire app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FC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Button = styled.button`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8px 16px;
  border-radius: 6px;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3D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${p =&gt; p.primary ? blue : gray}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FC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E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primary&gt;Save&lt;/Button&gt;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renders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7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class="sc-a1b2 hGx3F"&gt;Save&lt;/button&gt;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37960" y="1746504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6367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 live with components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1965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tagged template per component; real CSS syntax, scoped by a generated class.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37960" y="2770632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6609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by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0" y="29900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Interpolations are functions of props — one component, many looks.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3794760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368503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CSS power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4014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Nesting, pseudo-selectors, media queries, keyframes, component selectors.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37960" y="4818888"/>
            <a:ext cx="146304" cy="146304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4709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Everywhere in our codebase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503834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 styled components across ui-v3 and the frontend.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styled-components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styled element is a real React component that computes its CSS during render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700784" cy="1554480"/>
          </a:xfrm>
          <a:prstGeom prst="roundRect">
            <a:avLst>
              <a:gd name="adj" fmla="val 5294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5146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 /&gt;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created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2103120"/>
            <a:ext cx="1700784" cy="1554480"/>
          </a:xfrm>
          <a:prstGeom prst="roundRect">
            <a:avLst>
              <a:gd name="adj" fmla="val 5294"/>
            </a:avLst>
          </a:prstGeom>
          <a:solidFill>
            <a:srgbClr val="FAECE7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24328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24328" y="25146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Wrapper renders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24328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FIBER per element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700784" cy="1554480"/>
          </a:xfrm>
          <a:prstGeom prst="roundRect">
            <a:avLst>
              <a:gd name="adj" fmla="val 5294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8848" y="25146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built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98848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+ theme + attrs merged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103120"/>
            <a:ext cx="1700784" cy="1554480"/>
          </a:xfrm>
          <a:prstGeom prst="roundRect">
            <a:avLst>
              <a:gd name="adj" fmla="val 5294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73368" y="25146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resolved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73368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interpolation called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2103120"/>
            <a:ext cx="1700784" cy="1554480"/>
          </a:xfrm>
          <a:prstGeom prst="roundRect">
            <a:avLst>
              <a:gd name="adj" fmla="val 5294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47888" y="25146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serialized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47888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stylis parse + autoprefix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12680" y="2103120"/>
            <a:ext cx="1700784" cy="1554480"/>
          </a:xfrm>
          <a:prstGeom prst="roundRect">
            <a:avLst>
              <a:gd name="adj" fmla="val 5294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22408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22408" y="25146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generated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122408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→ inject rule → class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…then the real &lt;button&gt; renders as a second fiber underneath.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E6F1FB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93776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detail: </a:t>
            </a:r>
            <a:pPr indent="0" marL="0">
              <a:buNone/>
            </a:pPr>
            <a:r>
              <a:rPr lang="en-US" sz="15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runs per styled element, per render. The wrapper component exists to read the theme context and run the style pipeline — it renders nothing of its own.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cost, part 1: twice the fibers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styled element puts TWO nodes in the React tree — the wrapper and the host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03520" cy="4480560"/>
          </a:xfrm>
          <a:prstGeom prst="roundRect">
            <a:avLst>
              <a:gd name="adj" fmla="val 1837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styled-components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Styled(Row)     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wrapper fiber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Styled(Cell)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wrapper fiber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&lt;td&gt;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Styled(Cell)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wrapper fiber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&lt;td&gt;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just-styled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463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E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  &lt;td&gt;       </a:t>
            </a:r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host fibers only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947672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~1,200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595360" y="2057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fibers on a 150-row table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0" y="3264408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34290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595360" y="353872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created on mount, reconciled on every update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0" y="4745736"/>
            <a:ext cx="5120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4910328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95360" y="5020056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render anything of their own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cost, part 2: work on every render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 pipeline is JavaScript that runs while React is trying to paint your frame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715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hash()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645920" y="2029968"/>
            <a:ext cx="3991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name generation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45920" y="2450592"/>
            <a:ext cx="39456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every interpolation, build the CSS string, MurmurHash it — per element, per render, before caching helps.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7356" y="1737360"/>
            <a:ext cx="52715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76" y="2011680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283196" y="2029968"/>
            <a:ext cx="3991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parsing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283196" y="2450592"/>
            <a:ext cx="39456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style variant runs a full stylis compile: parse, nest, prefix, serialize (~1.3 µs each).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715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51960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4270248"/>
            <a:ext cx="3991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prop filtering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45920" y="4690872"/>
            <a:ext cx="39456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props/theme/attrs into an execution context; filter every prop through validity checks for the DOM.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7356" y="3977640"/>
            <a:ext cx="5271516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4251960"/>
            <a:ext cx="566928" cy="566928"/>
          </a:xfrm>
          <a:prstGeom prst="ellipse">
            <a:avLst/>
          </a:prstGeom>
          <a:solidFill>
            <a:srgbClr val="FAECE7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fiber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83196" y="4270248"/>
            <a:ext cx="39913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reconciliation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283196" y="4690872"/>
            <a:ext cx="39456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fibers themselves: created on mount, diffed on every parent re-render, hooks and context reads included.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work is wrong — it is just done at the most expensive possible time: inside the render.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just-styled idea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styled component before React ever sees it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E2F52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3042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styled.td`…`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281635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authoring — unchanged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136392" y="25603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8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47288" y="21031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E2F52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3042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E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281635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config + template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0" y="25603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8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54496" y="21031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3042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JSX runtime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19088" y="281635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at element creation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50808" y="25603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8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61704" y="21031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9226296" y="230428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 class="…"&gt;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26296" y="281635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sees ONE host fiber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1E2F5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Unchanged, by construction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hash-class styling model, same cascade semantics (extend beats base), .attrs / .withConfig, keyframes, ${Component} selectors, compound components.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285232" cy="1965960"/>
          </a:xfrm>
          <a:prstGeom prst="roundRect">
            <a:avLst>
              <a:gd name="adj" fmla="val 4186"/>
            </a:avLst>
          </a:prstGeom>
          <a:solidFill>
            <a:srgbClr val="1E2F52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Gone, by construction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47091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component and its fiber, its hooks, its context read, and the per-render style pipeline for anything that could be computed earlier.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Three-stage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every piece of styling work to the earliest moment it can possibly happen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92424" cy="397764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246120"/>
            <a:ext cx="2843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styled templates to descriptors; provably-static CSS ships FINISHED in the bundle.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800600"/>
            <a:ext cx="2843784" cy="731520"/>
          </a:xfrm>
          <a:prstGeom prst="roundRect">
            <a:avLst>
              <a:gd name="adj" fmla="val 8750"/>
            </a:avLst>
          </a:prstGeom>
          <a:solidFill>
            <a:srgbClr val="E6F1F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86460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of our components need zero runtime style work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98264" y="1783080"/>
            <a:ext cx="3392424" cy="397764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72584" y="2057400"/>
            <a:ext cx="566928" cy="56692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467258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72584" y="27889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load + idle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72584" y="3246120"/>
            <a:ext cx="2843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static template parts once; assign cascade order; compile remaining static CSS during browser idle.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72584" y="4800600"/>
            <a:ext cx="2843784" cy="731520"/>
          </a:xfrm>
          <a:prstGeom prst="roundRect">
            <a:avLst>
              <a:gd name="adj" fmla="val 8750"/>
            </a:avLst>
          </a:prstGeom>
          <a:solidFill>
            <a:srgbClr val="E1F5EE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486460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compilation never blocks a frame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56448" y="1783080"/>
            <a:ext cx="3392424" cy="397764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2057400"/>
            <a:ext cx="566928" cy="56692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20" name="Text 18"/>
          <p:cNvSpPr/>
          <p:nvPr/>
        </p:nvSpPr>
        <p:spPr>
          <a:xfrm>
            <a:off x="843076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30768" y="2788920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time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430768" y="3246120"/>
            <a:ext cx="28437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runtime swaps descriptors for host elements. Static = one property compare. Dynamic = cached class per variant.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30768" y="4800600"/>
            <a:ext cx="2843784" cy="731520"/>
          </a:xfrm>
          <a:prstGeom prst="roundRect">
            <a:avLst>
              <a:gd name="adj" fmla="val 8750"/>
            </a:avLst>
          </a:prstGeom>
          <a:solidFill>
            <a:srgbClr val="FAECE7"/>
          </a:solidFill>
          <a:ln/>
        </p:spPr>
      </p:sp>
      <p:sp>
        <p:nvSpPr>
          <p:cNvPr id="24" name="Text 22"/>
          <p:cNvSpPr/>
          <p:nvPr/>
        </p:nvSpPr>
        <p:spPr>
          <a:xfrm>
            <a:off x="8567928" y="4864608"/>
            <a:ext cx="25694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wrapper fiber, minimal per-render work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502920" cy="50292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time — compile the styling away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623560" cy="2834640"/>
          </a:xfrm>
          <a:prstGeom prst="roundRect">
            <a:avLst>
              <a:gd name="adj" fmla="val 2903"/>
            </a:avLst>
          </a:prstGeom>
          <a:solidFill>
            <a:srgbClr val="0F172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in: 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7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styled.td`padding:6px; color:${theme.fg};`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out: descriptor + FINISHED css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FC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createStyled("td", {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7D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componentId: "sc-x1-0",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EE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css: ".sc-x1-0{padding:6px;color:#222;}"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FC1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})``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statically resolves: theme constants and member chains, same-file ${Component} selectors, css`` fragments, string math — and compiles .attrs / .withConfig chains natively.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37960" y="1463040"/>
            <a:ext cx="4983480" cy="1481328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627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oxc engine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12280" y="20116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 ms per styled file — Rust parser + surgical string edits; Babel engine as reference and automatic per-file fallback.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3108960"/>
            <a:ext cx="4983480" cy="1481328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273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1,326 of 4,044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3657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our styled components ship as finished CSS — zero runtime style work, not even once.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37960" y="4754880"/>
            <a:ext cx="4983480" cy="1481328"/>
          </a:xfrm>
          <a:prstGeom prst="roundRect">
            <a:avLst>
              <a:gd name="adj" fmla="val 5556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4919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Differential-tested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12280" y="53035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produce equivalent output on all 1,244 styled files; unknown patterns safely stay on styled-components.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502920" cy="50292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load + idle — prepare once, off the critical path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087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once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31920" y="1719072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definition, the template's static parts (module values, fragments, selectors) are baked into strings — only prop functions survive to render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26880" y="1856232"/>
            <a:ext cx="2148840" cy="877824"/>
          </a:xfrm>
          <a:prstGeom prst="roundRect">
            <a:avLst>
              <a:gd name="adj" fmla="val 7292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/>
          <p:nvPr/>
        </p:nvSpPr>
        <p:spPr>
          <a:xfrm>
            <a:off x="9436608" y="1901952"/>
            <a:ext cx="1929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happens once per component, not per render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109087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01568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decided up front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931920" y="33832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takes a definition-order group; the stylesheet keeps groups ordered. A base always precedes its extender — no render-time ordering logic at all.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0" y="3520440"/>
            <a:ext cx="2148840" cy="877824"/>
          </a:xfrm>
          <a:prstGeom prst="roundRect">
            <a:avLst>
              <a:gd name="adj" fmla="val 7292"/>
            </a:avLst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9436608" y="3566160"/>
            <a:ext cx="1929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styled(Button) overrides Button, guaranteed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882896"/>
            <a:ext cx="1090879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5065776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compilation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931920" y="5047488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components the build couldn't prove are compiled during requestIdleCallback — the browser's spare time — so first render just inserts a ready-made rule.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26880" y="5184648"/>
            <a:ext cx="2148840" cy="877824"/>
          </a:xfrm>
          <a:prstGeom prst="roundRect">
            <a:avLst>
              <a:gd name="adj" fmla="val 7292"/>
            </a:avLst>
          </a:prstGeom>
          <a:solidFill>
            <a:srgbClr val="E1F5EE"/>
          </a:solidFill>
          <a:ln/>
        </p:spPr>
      </p:sp>
      <p:sp>
        <p:nvSpPr>
          <p:cNvPr id="19" name="Text 17"/>
          <p:cNvSpPr/>
          <p:nvPr/>
        </p:nvSpPr>
        <p:spPr>
          <a:xfrm>
            <a:off x="9436608" y="5230368"/>
            <a:ext cx="1929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compilation never blocks a frame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502920" cy="50292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38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25880" y="3840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time — almost nothing left to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component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2212848"/>
            <a:ext cx="2843784" cy="457200"/>
          </a:xfrm>
          <a:prstGeom prst="roundRect">
            <a:avLst>
              <a:gd name="adj" fmla="val 14000"/>
            </a:avLst>
          </a:prstGeom>
          <a:solidFill>
            <a:srgbClr val="E1F5EE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21284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property compare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2843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already exists under its componentId. The JSX runtime emits the host element with that class. That's the whole render path.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98264" y="1554480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2584" y="178308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component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72584" y="2212848"/>
            <a:ext cx="2843784" cy="457200"/>
          </a:xfrm>
          <a:prstGeom prst="roundRect">
            <a:avLst>
              <a:gd name="adj" fmla="val 14000"/>
            </a:avLst>
          </a:prstGeom>
          <a:solidFill>
            <a:srgbClr val="E6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221284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hit = map lookup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72584" y="2834640"/>
            <a:ext cx="2843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Interpolations resolve against props; the resolved style maps to a per-component cached class. Only a never-seen variant pays for a class insert.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56448" y="1554480"/>
            <a:ext cx="3392424" cy="3657600"/>
          </a:xfrm>
          <a:prstGeom prst="roundRect">
            <a:avLst>
              <a:gd name="adj" fmla="val 24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783080"/>
            <a:ext cx="2843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dynamic variant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430768" y="2212848"/>
            <a:ext cx="2843784" cy="457200"/>
          </a:xfrm>
          <a:prstGeom prst="roundRect">
            <a:avLst>
              <a:gd name="adj" fmla="val 14000"/>
            </a:avLst>
          </a:prstGeom>
          <a:solidFill>
            <a:srgbClr val="FAECE7"/>
          </a:solidFill>
          <a:ln/>
        </p:spPr>
      </p:sp>
      <p:sp>
        <p:nvSpPr>
          <p:cNvPr id="18" name="Text 16"/>
          <p:cNvSpPr/>
          <p:nvPr/>
        </p:nvSpPr>
        <p:spPr>
          <a:xfrm>
            <a:off x="8540496" y="2212848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CSS skips stylis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30768" y="2834640"/>
            <a:ext cx="2843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declaration bodies (the common case) become a rule by string concat — 206 ns instead of a 1,345 ns stylis compile.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every case: no wrapper fiber was created, diffed, or reconciled.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improvement vs styled-components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trees, production React, median of 12–25 runs — just-styled wins all nine profiles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9164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38160" y="181965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784080" y="1965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mount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09560" y="324612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337413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+49%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9784080" y="35204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re-render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909560" y="4800600"/>
            <a:ext cx="3639312" cy="13716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492861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+61%</a:t>
            </a:r>
            <a:endParaRPr lang="en-US" sz="4000" dirty="0"/>
          </a:p>
        </p:txBody>
      </p:sp>
      <p:sp>
        <p:nvSpPr>
          <p:cNvPr id="13" name="Text 10"/>
          <p:cNvSpPr/>
          <p:nvPr/>
        </p:nvSpPr>
        <p:spPr>
          <a:xfrm>
            <a:off x="9784080" y="50749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high-cardinality dynamic styles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909560" y="6355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Medians of 3–4 runs. jsdom isolates JS/React cost — browser style recalc over a leaner sheet comes on top.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numbers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of the win traces back to a specific stage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38528"/>
            <a:ext cx="457200" cy="45720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79222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Mount: flat +20–28% everywhere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080760" y="1773936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win — wrapper fibers are gone. It scales with tree size and does not erode at 4,000+ nodes.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154680"/>
            <a:ext cx="457200" cy="457200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00200" y="3008376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Static-heavy re-render: up to +50%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080760" y="2990088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element costs one property compare; styled-components still runs its full wrapper + pipeline per element.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78224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370832"/>
            <a:ext cx="457200" cy="45720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22452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High-cardinality dynamic: up to +61%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080760" y="4206240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style variant skips stylis via the flat-body fast path; repeated variants are a map lookup.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294376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586984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4406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All-dynamic floor: +37%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080760" y="5422392"/>
            <a:ext cx="5349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E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Per-render resolution deliberately matches styled-components' own algorithm — the remaining edge there is purely the fiber.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384048" cy="384048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3000" y="914400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914400"/>
            <a:ext cx="384048" cy="38404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live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impact on the application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044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DevTools  —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components are simply gone from the tree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590288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47141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profiles  —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and updates on styled-heavy screens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157216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03834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stylesheet  —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&lt;style data-just-styled&gt;, finished rules, no churn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 dives: docs/perf-report.html  ·  JUST_STYLED_INTEGRATION.md  ·  profiling/ harnesses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2026-07-24T03:45:50Z</dcterms:created>
  <dcterms:modified xsi:type="dcterms:W3CDTF">2026-07-24T03:45:50Z</dcterms:modified>
</cp:coreProperties>
</file>